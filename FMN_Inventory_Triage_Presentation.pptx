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2118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B2118"/>
                </a:solidFill>
                <a:latin typeface="Arial"/>
              </a:rPr>
              <a:t>Held-out test WAPE by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WAPE (%)</c:v>
                </c:pt>
              </c:strCache>
            </c:strRef>
          </c:tx>
          <c:spPr>
            <a:solidFill>
              <a:srgbClr val="3E5B6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211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E5B6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E5B6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655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B655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LightGBM
(tuned)</c:v>
                  </c:pt>
                  <c:pt idx="1">
                    <c:v>CatBoost
(tuned)</c:v>
                  </c:pt>
                  <c:pt idx="2">
                    <c:v>XGBoost
(default)</c:v>
                  </c:pt>
                  <c:pt idx="3">
                    <c:v>ETS
(classical baseline)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17.9</c:v>
                </c:pt>
                <c:pt idx="1">
                  <c:v>17.9</c:v>
                </c:pt>
                <c:pt idx="2">
                  <c:v>19.2</c:v>
                </c:pt>
                <c:pt idx="3">
                  <c:v>21.5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B211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5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12700" cap="flat">
              <a:solidFill>
                <a:srgbClr val="E5E0D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WAPE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5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3A2C1E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120640"/>
            <a:ext cx="2743200" cy="2743200"/>
          </a:xfrm>
          <a:prstGeom prst="ellipse">
            <a:avLst/>
          </a:prstGeom>
          <a:solidFill>
            <a:srgbClr val="C89B3C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FLOUR MILLS OF NIGERIA  ·  SUPPLY CHAIN ANALYTICS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3774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Inventory Triage Engine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611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8C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demand and flagging risk per SKU — before it becomes a problem.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— Demand Forecasting &amp; Inventory Optimization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4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Problem, In the Sponsor's Words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3EF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i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keep getting caught off guard — some SKUs run out and delay production, others sit overstocked and tie up working capital. I don't have anything today that tells me, ahead of time, which SKUs need attention and why.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92240" y="1828800"/>
            <a:ext cx="548640" cy="548640"/>
          </a:xfrm>
          <a:prstGeom prst="ellipse">
            <a:avLst/>
          </a:prstGeom>
          <a:solidFill>
            <a:srgbClr val="A6432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922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269480" y="1783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Stockouts delay production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269480" y="2176272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 run out with no advance warning — production stalls waiting on inventory.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0" y="3246120"/>
            <a:ext cx="548640" cy="548640"/>
          </a:xfrm>
          <a:prstGeom prst="ellipse">
            <a:avLst/>
          </a:prstGeom>
          <a:solidFill>
            <a:srgbClr val="3E5B6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9224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3200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 ties up capital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3593592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stock sits idle instead of freeing cash for other operations.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92240" y="4663440"/>
            <a:ext cx="548640" cy="548640"/>
          </a:xfrm>
          <a:prstGeom prst="ellipse">
            <a:avLst/>
          </a:prstGeom>
          <a:solidFill>
            <a:srgbClr val="C89B3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9224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4617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5010912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self-serve tool — plain-language flags, before problems happen, not after.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4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Two-Tier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24612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9050">
            <a:solidFill>
              <a:srgbClr val="3E5B6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65960"/>
            <a:ext cx="3246120" cy="502920"/>
          </a:xfrm>
          <a:prstGeom prst="rect">
            <a:avLst/>
          </a:prstGeom>
          <a:solidFill>
            <a:srgbClr val="3E5B6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517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Forecasting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9184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buSzPct val="100000"/>
              <a:buChar char="▪"/>
            </a:pPr>
            <a:r>
              <a:rPr lang="en-US" sz="125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LightGBM model across all SKUs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▪"/>
            </a:pPr>
            <a:r>
              <a:rPr lang="en-US" sz="125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Leakage-safe lag &amp; rolling features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▪"/>
            </a:pPr>
            <a:r>
              <a:rPr lang="en-US" sz="125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MAE + WAPE (not RMSE)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794760" y="322326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434840" y="1965960"/>
            <a:ext cx="324612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9050">
            <a:solidFill>
              <a:srgbClr val="A6432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965960"/>
            <a:ext cx="3246120" cy="502920"/>
          </a:xfrm>
          <a:prstGeom prst="rect">
            <a:avLst/>
          </a:prstGeom>
          <a:solidFill>
            <a:srgbClr val="A643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34840" y="19659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6517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Risk Triage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29184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buSzPct val="100000"/>
              <a:buChar char="▪"/>
            </a:pPr>
            <a:r>
              <a:rPr lang="en-US" sz="125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— not a second model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▪"/>
            </a:pPr>
            <a:r>
              <a:rPr lang="en-US" sz="125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ROP_days &amp; max_stock_days formulas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▪"/>
            </a:pPr>
            <a:r>
              <a:rPr lang="en-US" sz="125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Walked forward to each SKU's lead time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322326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8321040" y="1965960"/>
            <a:ext cx="324612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905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1965960"/>
            <a:ext cx="3246120" cy="50292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21040" y="19659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549640" y="26517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549640" y="329184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buSzPct val="100000"/>
              <a:buChar char="▪"/>
            </a:pPr>
            <a:r>
              <a:rPr lang="en-US" sz="125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app, self-serve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▪"/>
            </a:pPr>
            <a:r>
              <a:rPr lang="en-US" sz="125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Per-SKU forecast + plain-language flag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▪"/>
            </a:pPr>
            <a:r>
              <a:rPr lang="en-US" sz="125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warehouse triage board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3EFE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5394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Tier 2 is a rule, not a model:  </a:t>
            </a:r>
            <a:pPr indent="0" marL="0">
              <a:buNone/>
            </a:pPr>
            <a:r>
              <a:rPr lang="en-US" sz="13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inventory_status is fully determined by known thresholds (ROP, max stock). Training a classifier on it would only reproduce the same rule with less transparency — not add predictive value.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4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Selection — Four Approaches Compared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737360"/>
            <a:ext cx="3794760" cy="2331720"/>
          </a:xfrm>
          <a:prstGeom prst="roundRect">
            <a:avLst>
              <a:gd name="adj" fmla="val 3137"/>
            </a:avLst>
          </a:prstGeom>
          <a:solidFill>
            <a:srgbClr val="2B2118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09244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 (tuned)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269748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C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tied with CatBoost; both clearly beat the classical baseline. Chosen as the lighter, more standard dependency.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425196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E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~12% relative WAPE improvement over a naive 7-day rolling-average baseline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 measured as mean per-SKU WAPE (others pooled) — directionally comparable, not exact-basis.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4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Tool, In Use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698480" cy="4846418"/>
          </a:xfrm>
          <a:prstGeom prst="roundRect">
            <a:avLst>
              <a:gd name="adj" fmla="val 943"/>
            </a:avLst>
          </a:prstGeom>
          <a:solidFill>
            <a:srgbClr val="FFFFFF"/>
          </a:solidFill>
          <a:ln w="12700">
            <a:solidFill>
              <a:srgbClr val="DDD6C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pic>
        <p:nvPicPr>
          <p:cNvPr id="5" name="Image 0" descr="screenshot_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965960"/>
            <a:ext cx="10424160" cy="457209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81237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 — plant-wide overview, per-SKU inspector with plain-language flag, and forward demand forecast chart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4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 — And Where We're Cautious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F3EF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E5B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17.9%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WAPE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260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naive baseline by ~12% relative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173736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F3EFE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828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64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SKUs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606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hard to forecast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9260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across 4 different models — a data issue, not a model-choice one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C89B3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72160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incoming-receipts modeling — projection assumes zero restock during the forecast window (conservative, worst-case), so days-to-breach is a floor estimate, not a precise date.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365760" cy="365760"/>
          </a:xfrm>
          <a:prstGeom prst="ellipse">
            <a:avLst/>
          </a:prstGeom>
          <a:solidFill>
            <a:srgbClr val="C89B3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4864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449884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status is computed from real stock, not the forecast trajectory — avoids the trap of a depleting-to-zero simulation misreporting a healthy SKU as understock.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365760" cy="365760"/>
          </a:xfrm>
          <a:prstGeom prst="ellipse">
            <a:avLst/>
          </a:prstGeom>
          <a:solidFill>
            <a:srgbClr val="C89B3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48640" y="5349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527608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hard-to-forecast SKUs are flagged in-app as lower confidence, pending a proper root-cause investigation.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3840480" cy="3840480"/>
          </a:xfrm>
          <a:prstGeom prst="ellipse">
            <a:avLst/>
          </a:prstGeom>
          <a:solidFill>
            <a:srgbClr val="3A2C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We'd Improve With More Time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A6432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explanations + grounded Q&amp;A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22199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8A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specified, not yet wired in — replaces templated flag text with LLM output grounded in each SKU's real numbers.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384048" cy="384048"/>
          </a:xfrm>
          <a:prstGeom prst="ellipse">
            <a:avLst/>
          </a:prstGeom>
          <a:solidFill>
            <a:srgbClr val="A6432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246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per-SKU confidence tracker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63931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8A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current static hard-SKU list with a live accuracy tracker that updates as new data arrives.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709160"/>
            <a:ext cx="384048" cy="384048"/>
          </a:xfrm>
          <a:prstGeom prst="ellipse">
            <a:avLst/>
          </a:prstGeom>
          <a:solidFill>
            <a:srgbClr val="A6432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08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663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incoming receipts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505663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8A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for POs already in transit, instead of assuming zero restock through the forecast window.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1874520"/>
            <a:ext cx="384048" cy="384048"/>
          </a:xfrm>
          <a:prstGeom prst="ellipse">
            <a:avLst/>
          </a:prstGeom>
          <a:solidFill>
            <a:srgbClr val="A6432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2636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Action-confirmation loop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222199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8A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team mark a flag as addressed, so it stops re-firing once someone has acted on it.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3291840"/>
            <a:ext cx="384048" cy="384048"/>
          </a:xfrm>
          <a:prstGeom prst="ellipse">
            <a:avLst/>
          </a:prstGeom>
          <a:solidFill>
            <a:srgbClr val="A6432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26364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246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cache refresh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812280" y="363931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8A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off manual cache-clearing to a scheduled refresh for daily unattended use.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63640"/>
            <a:ext cx="10881360" cy="0"/>
          </a:xfrm>
          <a:prstGeom prst="line">
            <a:avLst/>
          </a:prstGeom>
          <a:noFill/>
          <a:ln w="12700">
            <a:solidFill>
              <a:srgbClr val="4A3B2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Flour Mills of Nigeria — Inventory Triage Engine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2026-09-11T12:18:09Z</dcterms:created>
  <dcterms:modified xsi:type="dcterms:W3CDTF">2026-09-11T12:18:09Z</dcterms:modified>
</cp:coreProperties>
</file>